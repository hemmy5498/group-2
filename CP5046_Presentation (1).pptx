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965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69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CP5046 Group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9144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Dynamics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·  Group 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Charter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474720" cy="5120640"/>
          </a:xfrm>
          <a:prstGeom prst="roundRect">
            <a:avLst>
              <a:gd name="adj" fmla="val 2105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82496" y="1417320"/>
            <a:ext cx="1024128" cy="10241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Nguyen Thanh Binh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280160" y="3401568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2801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1188720"/>
            <a:ext cx="3474720" cy="5120640"/>
          </a:xfrm>
          <a:prstGeom prst="roundRect">
            <a:avLst>
              <a:gd name="adj" fmla="val 2105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22976" y="1417320"/>
            <a:ext cx="1024128" cy="10241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29768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Bhuvi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29768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Bhuvaneswari Saravanan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120640" y="3401568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12064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38160" y="1188720"/>
            <a:ext cx="3474720" cy="5120640"/>
          </a:xfrm>
          <a:prstGeom prst="roundRect">
            <a:avLst>
              <a:gd name="adj" fmla="val 2105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363456" y="1417320"/>
            <a:ext cx="1024128" cy="10241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813816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Hemmy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1381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Hemanth Kumar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961120" y="3401568"/>
            <a:ext cx="182880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896112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2A5E002-F314-7CD1-776D-4F0966E80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106761" y="1187134"/>
            <a:ext cx="1482914" cy="148291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7163881-3F3F-F3CF-7501-AC0B6E91D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104" y="1243584"/>
            <a:ext cx="1353312" cy="135331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D0E4B75-2AF1-EF26-C0EA-0D7CE7085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328" y="1243584"/>
            <a:ext cx="1426464" cy="1426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Dynamics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Authenticity Of Users based on Mouse Movement Patterns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6400800" cy="1051560"/>
          </a:xfrm>
          <a:prstGeom prst="roundRect">
            <a:avLst>
              <a:gd name="adj" fmla="val 6957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267004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student accounts from unauthorised access non-invasively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6400800" cy="1051560"/>
          </a:xfrm>
          <a:prstGeom prst="roundRect">
            <a:avLst>
              <a:gd name="adj" fmla="val 6957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390448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identity of students attempting assessments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074920"/>
            <a:ext cx="6400800" cy="1051560"/>
          </a:xfrm>
          <a:prstGeom prst="roundRect">
            <a:avLst>
              <a:gd name="adj" fmla="val 6957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513892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– Machine Learning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E19E59-B09A-532E-BD19-E978F8E3E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357" y="2468880"/>
            <a:ext cx="5109133" cy="30701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5661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there a need for this type of application?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530352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5312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Events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18872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06240" y="1188720"/>
            <a:ext cx="35661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19659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students all healthy or are there any disabled students?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0" y="530352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5312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18872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6720" y="1188720"/>
            <a:ext cx="356616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229600" y="196596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expectations for a general weekly timeframe?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29600" y="5303520"/>
            <a:ext cx="3108960" cy="310896"/>
          </a:xfrm>
          <a:prstGeom prst="roundRect">
            <a:avLst>
              <a:gd name="adj" fmla="val 14706"/>
            </a:avLst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5312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Requirements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5661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7954" y="24688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data team member, I want to load and visualize student mouse movement data so that I can confirm the data is usable.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18872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1188720"/>
            <a:ext cx="35661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89120" y="2494955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security team member, I want to see which mouse behaviors are unique enough to tell students apart.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18872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46720" y="1188720"/>
            <a:ext cx="356616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0" y="1371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1737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Feature Set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246888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management team member, I want an organized table of student mouse behavior measurements for governance.</a:t>
            </a:r>
            <a:endParaRPr lang="en-US" sz="13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2967D32-03FB-FBE5-C214-0230A9A7D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13" y="4186595"/>
            <a:ext cx="3233854" cy="20313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B554993-9DC6-378B-93AD-C82E9E9550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082" y="4232315"/>
            <a:ext cx="2957518" cy="20313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01BB6AC-7480-0804-DBA0-7696EDF45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5131" y="4186595"/>
            <a:ext cx="2522686" cy="20313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Item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11247120" cy="182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920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235440" y="1947672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35440" y="19751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2926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2926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235440" y="2953512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35440" y="29809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PB-03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3931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(Analysis)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0" y="3931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235440" y="3959352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35440" y="39867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F70E7D-0237-4B82-5061-451E10856543}"/>
              </a:ext>
            </a:extLst>
          </p:cNvPr>
          <p:cNvSpPr txBox="1"/>
          <p:nvPr/>
        </p:nvSpPr>
        <p:spPr>
          <a:xfrm>
            <a:off x="457200" y="5231674"/>
            <a:ext cx="1124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Kanban Board Activities : https://www.figma.com/board/83IxzxWTGTgGQOvhXNQeAf/2026-TR2-ICT1-Group2?node-id=7-9760&amp;t=EnZKeE4VFpgojbMP-0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Backlog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5661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33172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084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Evaluation Set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364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118872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0" y="1188720"/>
            <a:ext cx="356616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Bhuvi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8912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26280" y="233172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2084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Evaluation Set 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389120" y="32918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26280" y="3611880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3364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1188720"/>
            <a:ext cx="3566160" cy="512064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46720" y="1188720"/>
            <a:ext cx="356616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Hemmy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229600" y="201168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66760" y="233172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49640" y="20848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Data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29600" y="32918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66760" y="361188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549640" y="3364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Evaluation Set 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229600" y="45720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66760" y="489204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49640" y="4645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Pilot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5120640"/>
          </a:xfrm>
          <a:prstGeom prst="roundRect">
            <a:avLst>
              <a:gd name="adj" fmla="val 1429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Fidelity Prototypes</a:t>
            </a:r>
            <a:endParaRPr lang="en-US" sz="1400" dirty="0"/>
          </a:p>
        </p:txBody>
      </p:sp>
      <p:pic>
        <p:nvPicPr>
          <p:cNvPr id="9" name="Image 2" descr="/home/claude/media_extracted/image8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640080" y="3749040"/>
            <a:ext cx="4846320" cy="22860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035040" y="1188720"/>
            <a:ext cx="5669280" cy="5120640"/>
          </a:xfrm>
          <a:prstGeom prst="roundRect">
            <a:avLst>
              <a:gd name="adj" fmla="val 1429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621792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Retrospective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263640" y="190195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49224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clear understanding of goals led to plan revisions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63640" y="327355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492240" y="3200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accountability and insufficient time allocation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63640" y="464515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492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communication and separate expectations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2F12B76-F187-DE80-5D11-64813E237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83080"/>
            <a:ext cx="2276856" cy="19588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F021561-D8D0-D564-A81F-75AC26BB2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1822982"/>
            <a:ext cx="2444608" cy="18790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Information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1993392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9385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450592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23957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907792"/>
            <a:ext cx="91440" cy="914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8529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Charts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54864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1330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85800" y="473659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46817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literature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519379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1389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references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643AC0A-DEF7-A070-D8A1-AD381AF99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772" y="420624"/>
            <a:ext cx="3371948" cy="60167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Pilot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5120640"/>
          </a:xfrm>
          <a:prstGeom prst="roundRect">
            <a:avLst>
              <a:gd name="adj" fmla="val 1429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Scrums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035040" y="1188720"/>
            <a:ext cx="5669280" cy="5120640"/>
          </a:xfrm>
          <a:prstGeom prst="roundRect">
            <a:avLst>
              <a:gd name="adj" fmla="val 1429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1792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Retrospective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90195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9224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Lagging behind on objectives, work carried into next sprint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63640" y="327355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492240" y="3200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communication continued from previous sprint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63640" y="464515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92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implementation of client feedback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EDD9BD-DA11-502F-0B5A-9B446785A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58" y="2100750"/>
            <a:ext cx="2516459" cy="40284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ABBAFC-C9B9-46A4-EDDB-08D7A7524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539" y="2096084"/>
            <a:ext cx="2516459" cy="40284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Pilot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0" cy="5120640"/>
          </a:xfrm>
          <a:prstGeom prst="roundRect">
            <a:avLst>
              <a:gd name="adj" fmla="val 1429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Fidelity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6035040" y="1188720"/>
            <a:ext cx="5669280" cy="5120640"/>
          </a:xfrm>
          <a:prstGeom prst="roundRect">
            <a:avLst>
              <a:gd name="adj" fmla="val 1429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621792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Retrospective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263640" y="190195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492240" y="18288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goals not specific enough — team worked in different directions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63640" y="327355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492240" y="3200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feedback not consistently reaching all team members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263640" y="4645152"/>
            <a:ext cx="128016" cy="12801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49224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work not shared early enough for mid-sprint feedback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16AB96-5588-EB14-82E4-9EB741F0F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282399" cy="18790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C8C1C10-0418-37B8-F50F-6FD3B4D13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783080"/>
            <a:ext cx="2423159" cy="180228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1FC8AA9-D3F5-D9CB-2F37-9CEDC3C51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759097"/>
            <a:ext cx="4846319" cy="22138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164592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310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Team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3429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23160" y="32004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23160" y="3200400"/>
            <a:ext cx="16459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23160" y="3310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Backgrounds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3429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89120" y="32004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0" y="3200400"/>
            <a:ext cx="16459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0" y="3310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Expectations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3429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355080" y="32004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55080" y="3200400"/>
            <a:ext cx="1645920" cy="457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5080" y="3310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0" y="3429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21040" y="32004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21040" y="3200400"/>
            <a:ext cx="1645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21040" y="3310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Deadlines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12680" y="3429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287000" y="32004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287000" y="3200400"/>
            <a:ext cx="16459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287000" y="33101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Quality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" y="18288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Team Diversity on Project Delivery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28700" y="4297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backgrounds strengthened technical perspectives but required additional coordination effort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Feature Selection Algorithms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56616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642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ExtraTreesClassifier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18872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5087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1508760"/>
            <a:ext cx="356616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16642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651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502920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50876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1508760"/>
            <a:ext cx="356616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1040" y="16642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0" y="2651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886968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94360" y="566928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55595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 20 Features identified across all three algorithms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5669280"/>
            <a:ext cx="109728" cy="10972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55595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Machine Learning Algorithm Model — Random Forest Classifier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D14"/>
          </a:solidFill>
          <a:ln w="12700">
            <a:solidFill>
              <a:srgbClr val="0A0D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78408"/>
            <a:ext cx="10972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00" cy="3926135"/>
          </a:xfrm>
          <a:prstGeom prst="roundRect">
            <a:avLst>
              <a:gd name="adj" fmla="val 144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4864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9933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in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33649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with team co-ordination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234440"/>
            <a:ext cx="5486400" cy="3926135"/>
          </a:xfrm>
          <a:prstGeom prst="roundRect">
            <a:avLst>
              <a:gd name="adj" fmla="val 1441"/>
            </a:avLst>
          </a:prstGeom>
          <a:solidFill>
            <a:srgbClr val="111520"/>
          </a:solidFill>
          <a:ln w="12700">
            <a:solidFill>
              <a:srgbClr val="1E25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54864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Forward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19933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Stricter Policies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49440" y="33649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Team Dynamics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D7F35E-65C9-2F13-C427-DDBC430BB1D5}"/>
              </a:ext>
            </a:extLst>
          </p:cNvPr>
          <p:cNvSpPr txBox="1"/>
          <p:nvPr/>
        </p:nvSpPr>
        <p:spPr>
          <a:xfrm>
            <a:off x="640080" y="5467739"/>
            <a:ext cx="1050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Google </a:t>
            </a:r>
            <a:r>
              <a:rPr lang="en-US" dirty="0" err="1">
                <a:solidFill>
                  <a:schemeClr val="bg1"/>
                </a:solidFill>
              </a:rPr>
              <a:t>Colab</a:t>
            </a:r>
            <a:r>
              <a:rPr lang="en-US" dirty="0">
                <a:solidFill>
                  <a:schemeClr val="bg1"/>
                </a:solidFill>
              </a:rPr>
              <a:t> Project : https://colab.research.google.com/drive/1XO4Zbx4cWiJHJbDCARcp0VU_lAN73c7t?usp=sharing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505</Words>
  <Application>Microsoft Office PowerPoint</Application>
  <PresentationFormat>Widescreen</PresentationFormat>
  <Paragraphs>158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Hemanth Kumar</cp:lastModifiedBy>
  <cp:revision>7</cp:revision>
  <dcterms:created xsi:type="dcterms:W3CDTF">2026-08-01T13:34:14Z</dcterms:created>
  <dcterms:modified xsi:type="dcterms:W3CDTF">2026-08-03T05:02:09Z</dcterms:modified>
</cp:coreProperties>
</file>